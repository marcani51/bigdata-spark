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Analisis Perilaku Belanja Pelanggan pada Sektor Ritel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Implementasi Big Data menggunakan Apache Spark (PySpark)</a:t>
            </a:r>
          </a:p>
          <a:p>
            <a:r>
              <a:t>Oleh: Marcellus Denta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Latar Belakang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Transformasi industri ritel didorong oleh lonjakan data transaksi berskala besar.</a:t>
            </a:r>
          </a:p>
          <a:p>
            <a:pPr/>
            <a:r>
              <a:t>Arsitektur analitik konvensional tunggal (monolitik) gagal mengekstrak insight berharga karena beban data vertikal.</a:t>
            </a:r>
          </a:p>
          <a:p>
            <a:pPr/>
            <a:r>
              <a:t>Tanpa pemahaman pola belanja, ritel kehilangan personalisasi kampanye serta loyalitas nasabah dan salah alokasi stok.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Objektif Bisnis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Mengidentifikasi Customer Lifetime Value (CLV).</a:t>
            </a:r>
          </a:p>
          <a:p>
            <a:pPr/>
            <a:r>
              <a:t>Melakukan segmentasi pelanggan berbasis pola belanja (frequency, monetary).</a:t>
            </a:r>
          </a:p>
          <a:p>
            <a:pPr/>
            <a:r>
              <a:t>Meningkatkan pengelolaan operasional dan supply chain dengan pola tren pembelian rutin.</a:t>
            </a:r>
          </a:p>
          <a:p>
            <a:pPr/>
            <a:r>
              <a:t>Memfasilitasi keputusan C-Level berbasis data (Data-Driven Decision Making).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Profil Dataset (Kaggle)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Sumber: retail_sales_dataset.csv (Kaggle Public Dataset).</a:t>
            </a:r>
          </a:p>
          <a:p>
            <a:pPr/>
            <a:r>
              <a:t>Volume: 1.000 transaksi dari 1.000 pelanggan unik (51 KB).</a:t>
            </a:r>
          </a:p>
          <a:p>
            <a:pPr/>
            <a:r>
              <a:t>Periode: 1 Januari 2023 - 1 Januari 2024.</a:t>
            </a:r>
          </a:p>
          <a:p>
            <a:pPr/>
            <a:r>
              <a:t>Varietas (Variety): Data terstruktur (Structured Data CSV) dengan 9 atribut kolom.</a:t>
            </a:r>
          </a:p>
          <a:p>
            <a:pPr/>
            <a:r>
              <a:t>Meski dataset secara jumlah kecil, arsitektur yang dirancang mensimulasikan sistem terdistribusi untuk melayani file milyaran baris.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Arsitektur Solusi &amp; Teknologi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Ekosistem Terdistribusi: Menggunakan Docker untuk menyimulasikan Spark Master dan Spark Worker node.</a:t>
            </a:r>
          </a:p>
          <a:p>
            <a:pPr/>
            <a:r>
              <a:t>Data Ingestion: Memuat CSV mentah dengan definisi skema eksplisit secara valid.</a:t>
            </a:r>
          </a:p>
          <a:p>
            <a:pPr/>
            <a:r>
              <a:t>Processing Frameowork: PySpark &amp; Spark SQL untuk manipulasi memori tinggi tanpa I/O disk yang berat.</a:t>
            </a:r>
          </a:p>
          <a:p>
            <a:pPr/>
            <a:r>
              <a:t>Storage Engine: File format Columnar (.parquet) dengan kompresi tinggi untuk penyimpanan hasil segmentasi.</a:t>
            </a:r>
          </a:p>
          <a:p>
            <a:pPr/>
            <a:r>
              <a:t>Dashboarding: Menggunakan Python Streamlit untuk BI Executive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Tata Kelola IT (IT Governance)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Keamanan Data:</a:t>
            </a:r>
          </a:p>
          <a:p>
            <a:pPr/>
            <a:r>
              <a:t>- AES-256 untuk enkripsi data istirahat (Data at Rest).</a:t>
            </a:r>
          </a:p>
          <a:p>
            <a:pPr/>
            <a:r>
              <a:t>- Role Based Access Control (Data Engineer vs CMO).</a:t>
            </a:r>
          </a:p>
          <a:p>
            <a:pPr/>
            <a:r>
              <a:t>Privasi Data (Privacy by Design):</a:t>
            </a:r>
          </a:p>
          <a:p>
            <a:pPr/>
            <a:r>
              <a:t>- Proses Pseudonimisasi terhadap Customer ID untuk menutupi identifikasi langsung individu (Kepatuhan UU PDP).</a:t>
            </a:r>
          </a:p>
          <a:p>
            <a:pPr/>
            <a:r>
              <a:t>- Anonimisasi data demografik dan clustering.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Pembersihan &amp; Kualitas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Dimensi Kualitas:</a:t>
            </a:r>
          </a:p>
          <a:p>
            <a:pPr/>
            <a:r>
              <a:t>- Konsistensi: Format tanggal rapi dan valid (YYYY-MM-DD).</a:t>
            </a:r>
          </a:p>
          <a:p>
            <a:pPr/>
            <a:r>
              <a:t>- Akurasi: Pengecekan Total Amount absolut = harga x kuantitas.</a:t>
            </a:r>
          </a:p>
          <a:p>
            <a:pPr/>
            <a:r>
              <a:t>- Kelengkapan, Ketepatan waktu, Validitas, dan Keunikan.</a:t>
            </a:r>
          </a:p>
          <a:p>
            <a:pPr/>
            <a:r>
              <a:t>Tahap ETL (Extract Transform Load):</a:t>
            </a:r>
          </a:p>
          <a:p>
            <a:pPr/>
            <a:r>
              <a:t>- Deteksi kolom Null, imputasi statistik, drop rekaman duplikat, verifikasi aturan logika bisnis.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Pemodelan &amp; Segmentasi (Spark MLlib)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Menggunakan Spark MLlib murni secara lokal tanpa harus berpindah software.</a:t>
            </a:r>
          </a:p>
          <a:p>
            <a:pPr/>
            <a:r>
              <a:t>Metode: K-Means Clustering dengan n_clusters = 3.</a:t>
            </a:r>
          </a:p>
          <a:p>
            <a:pPr/>
            <a:r>
              <a:t>Ekstraksi fitur berdasarkan Recency, Frequency dan Monetary (RFM Model).</a:t>
            </a:r>
          </a:p>
          <a:p>
            <a:pPr/>
            <a:r>
              <a:t>Output: Pelanggan secara matang dikategorikan dalam segmentasi bernilai Tinggi, Menengah, dan Rendah.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Kesimpulan Jangka Panjang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 Spark Terdistribusi membuktikan data pipeline anti-macet; code tidak akan berubah kendati data di-inject dengan jutaan rows transaksi besok.</a:t>
            </a:r>
          </a:p>
          <a:p>
            <a:pPr/>
            <a:r>
              <a:t>Integrasi Machine Learning K-Means memberi pijakan konkret bagi tim pemasaran merancang promosi bertarget, bukan massal.</a:t>
            </a:r>
          </a:p>
          <a:p>
            <a:pPr/>
            <a:r>
              <a:t>Eksekutif manajemen dapat menikmati laporan visual secara real-time yang didukung proses belakang layar yang kokoh.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