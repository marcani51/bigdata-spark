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Selamat datang pada presentasi Laporan Assignment I mengenai Big Data Analytics. Fokus utama adalah arsitektur solusi untuk industri ritel.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Sektor ritel menghasilkan jutaan data setiap hari. Sistem tradisional sering melambat saat volume melampaui kapasitas vertikal, sehingga dibutuhkan solusi Big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Tujuan utama riset ini adalah menciptakan pipeline yang efisien agar peritel tidak kehilangan daya saing akibat gagal mendeteksi pergeseran preferensi konsumen.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Implementasi Big Data bukan sekadar TI, tapi investasi strategis dengan ROI terukur melalui presisi promosi.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Setiap stakeholder memiliki kebutuhan berbeda, dari wawasan kampanye bagi CMO hingga ringkasan eksekutif bagi pimpinan tertinggi.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Arsitektur ini berpusat pada PySpark karena kemampuannya menangani seluruh siklus data dalam satu platform yang terdistribusi.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Kombinasi DataFrame untuk pemrosesan cepat dan Parquet untuk efisiensi penyimpanan jangka panjang adalah kunci performa sistem ini.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Gunakan Spark MLlib untuk segmentasi dan analisis asosiasi guna merancang strategi bundling produk yang lebih efektif.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Keamanan data sensitif pelanggan dilindungi melalui enkripsi berlapis dan prinsip Privacy by Design.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Pembersihan data otomatis dilakukan dalam pipeline ETL untuk memastikan validitas hasil analitik.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Model Star Schema dipilih untuk menyederhanakan kueri analitik dan memaksimalkan performa eksekusi di Spark.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Sebagai kesimpulan, solusi ini menyediakan fondasi Big Data yang kuat dan aman untuk mendukung keputusan bisnis ritel yang berbasis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Big Data Analytics: Analisis Perilaku Belanja Ritel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Marcellus Denta Widyapramana</a:t>
            </a:r>
          </a:p>
          <a:p>
            <a:r>
              <a:t>2602654780</a:t>
            </a:r>
          </a:p>
          <a:p>
            <a:r>
              <a:t>Binus Graduate Program - 2026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Latar Belakang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Transformasi fundamental industri ritel akibat ledakan data transaksi.</a:t>
            </a:r>
          </a:p>
          <a:p>
            <a:pPr>
              <a:defRPr sz="2000"/>
            </a:pPr>
            <a:r>
              <a:t>Keterbatasan sistem monolitik konvensional dalam mengolah data skala besar.</a:t>
            </a:r>
          </a:p>
          <a:p>
            <a:pPr>
              <a:defRPr sz="2000"/>
            </a:pPr>
            <a:r>
              <a:t>Dataset: 1.000 transaksi pelanggan (Jan 2023 - Jan 2024).</a:t>
            </a:r>
          </a:p>
          <a:p>
            <a:pPr>
              <a:defRPr sz="2000"/>
            </a:pPr>
            <a:r>
              <a:t>Urgensi pemahaman perilaku pelanggan untuk strategi pemasaran.</a:t>
            </a:r>
          </a:p>
          <a:p>
            <a:pPr>
              <a:defRPr sz="2000"/>
            </a:pPr>
            <a:r>
              <a:t>Solusi dirancang untuk skalabilitas produksi nyata.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Rumusan Masalah &amp; Tujuan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Masalah: Ketidakmampuan sistem analitik konvensional mengekstraksi insight tepat waktu.</a:t>
            </a:r>
          </a:p>
          <a:p>
            <a:pPr>
              <a:defRPr sz="2000"/>
            </a:pPr>
            <a:r>
              <a:t>Tujuan: Membangun arsitektur Big Data untuk segmentasi pelanggan dan analisis tren.</a:t>
            </a:r>
          </a:p>
          <a:p>
            <a:pPr>
              <a:defRPr sz="2000"/>
            </a:pPr>
            <a:r>
              <a:t>Manfaat: Optimalisasi strategi pemasaran dan loyalitas pelanggan.</a:t>
            </a:r>
          </a:p>
          <a:p>
            <a:pPr>
              <a:defRPr sz="2000"/>
            </a:pPr>
            <a:r>
              <a:t>Ruang Lingkup: Fokus pada data transaksi terstruktur.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Pendorong Bisnis (Business Drivers)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Persaingan ketat antar platform e-commerce dan marketplace.</a:t>
            </a:r>
          </a:p>
          <a:p>
            <a:pPr>
              <a:defRPr sz="2000"/>
            </a:pPr>
            <a:r>
              <a:t>Ekspektasi konsumen terhadap pengalaman belanja personal (Dynamic Pricing).</a:t>
            </a:r>
          </a:p>
          <a:p>
            <a:pPr>
              <a:defRPr sz="2000"/>
            </a:pPr>
            <a:r>
              <a:t>Efisiensi operasional melalui prediksi permintaan (Demand Forecasting).</a:t>
            </a:r>
          </a:p>
          <a:p>
            <a:pPr>
              <a:defRPr sz="2000"/>
            </a:pPr>
            <a:r>
              <a:t>Peningkatan Customer Lifetime Value (CLV) dan penekanan biaya akuisisi.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Pemangku Kepentingan Utama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CMO: Segmentasi pelanggan &amp; kampanye personal.</a:t>
            </a:r>
          </a:p>
          <a:p>
            <a:pPr>
              <a:defRPr sz="2000"/>
            </a:pPr>
            <a:r>
              <a:t>COO: Manajemen rantai pasok &amp; ketersediaan stok optimal.</a:t>
            </a:r>
          </a:p>
          <a:p>
            <a:pPr>
              <a:defRPr sz="2000"/>
            </a:pPr>
            <a:r>
              <a:t>Data Team: Arsitek pipeline ETL &amp; pemodelan prediktif.</a:t>
            </a:r>
          </a:p>
          <a:p>
            <a:pPr>
              <a:defRPr sz="2000"/>
            </a:pPr>
            <a:r>
              <a:t>C-Level: Dashboard metrik kinerja utama (KPI) &amp; retensi pelanggan.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Arsitektur Solusi Big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Framework Utama: Apache Spark (PySpark) sebagai unified engine.</a:t>
            </a:r>
          </a:p>
          <a:p>
            <a:pPr>
              <a:defRPr sz="2000"/>
            </a:pPr>
            <a:r>
              <a:t>Metode Ingesti: Batch ingestion via spark.read.csv().</a:t>
            </a:r>
          </a:p>
          <a:p>
            <a:pPr>
              <a:defRPr sz="2000"/>
            </a:pPr>
            <a:r>
              <a:t>Skalabilitas: Modular, mendukung integrasi Kafka &amp; HDFS di masa depan.</a:t>
            </a:r>
          </a:p>
          <a:p>
            <a:pPr>
              <a:defRPr sz="2000"/>
            </a:pPr>
            <a:r>
              <a:t>Validasi: Pengecekan null, verifikasi baris, dan transformasi tipe data.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Teknologi Penyimpanan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Spark DataFrame: Representasi data in-memory untuk performa optimal.</a:t>
            </a:r>
          </a:p>
          <a:p>
            <a:pPr>
              <a:defRPr sz="2000"/>
            </a:pPr>
            <a:r>
              <a:t>Apache Parquet: Format penyimpanan kolumnar permanen.</a:t>
            </a:r>
          </a:p>
          <a:p>
            <a:pPr>
              <a:defRPr sz="2000"/>
            </a:pPr>
            <a:r>
              <a:t>Efisiensi Parquet: Kompresi hingga 75% lebih kecil dibanding CSV.</a:t>
            </a:r>
          </a:p>
          <a:p>
            <a:pPr>
              <a:defRPr sz="2000"/>
            </a:pPr>
            <a:r>
              <a:t>Partition Pruning: Mempercepat kueri dengan membaca partisi relevan saja.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Pemrosesan &amp; Machine Learning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Spark SQL: Analisis eksploratif (pendapatan per kategori, tren temporal).</a:t>
            </a:r>
          </a:p>
          <a:p>
            <a:pPr>
              <a:defRPr sz="2000"/>
            </a:pPr>
            <a:r>
              <a:t>K-Means Clustering: Segmentasi pelanggan berdasarkan fitur perilaku.</a:t>
            </a:r>
          </a:p>
          <a:p>
            <a:pPr>
              <a:defRPr sz="2000"/>
            </a:pPr>
            <a:r>
              <a:t>FP-Growth: Identifikasi pola asosiasi produk (Cross-selling).</a:t>
            </a:r>
          </a:p>
          <a:p>
            <a:pPr>
              <a:defRPr sz="2000"/>
            </a:pPr>
            <a:r>
              <a:t>Visualisasi: Konversi ke Pandas untuk Matplotlib/Seaborn.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Keamanan, Privasi &amp; Kepatuhan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Keamanan: Enkripsi AES-256 (Data at Rest) &amp; TLS 1.3 (In Transit).</a:t>
            </a:r>
          </a:p>
          <a:p>
            <a:pPr>
              <a:defRPr sz="2000"/>
            </a:pPr>
            <a:r>
              <a:t>Kontrol Akses: Role-Based Access Control (RBAC).</a:t>
            </a:r>
          </a:p>
          <a:p>
            <a:pPr>
              <a:defRPr sz="2000"/>
            </a:pPr>
            <a:r>
              <a:t>Privasi: Anonimisasi via Pseudonimisasi (Hashing) &amp; Generalisasi (Age Group).</a:t>
            </a:r>
          </a:p>
          <a:p>
            <a:pPr>
              <a:defRPr sz="2000"/>
            </a:pPr>
            <a:r>
              <a:t>Kepatuhan: Sesuai regulasi UU PDP (Indonesia) dan GDPR (Internasional).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Dimensi Kualitas Data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121920"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Dimensi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Definisi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 b="1"/>
                      </a:pPr>
                      <a:r>
                        <a:t>Contoh pada Dataset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Kelengkapan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Tidak ada nilai hilang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1.000 rekaman lengkap di 9 kolom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Konsistensi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Format seragam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Tanggal YYYY-MM-DD; Gender M/F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Akurasi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Represntasi fakta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Total = Qty x Price per Unit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Validitas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Aturan 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Usia 18-64; Qty Positif</a:t>
                      </a:r>
                    </a:p>
                  </a:txBody>
                  <a:tcPr/>
                </a:tc>
              </a:tr>
              <a:tr h="121920"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Keunikan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Tidak ada duplikasi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/>
                      </a:pPr>
                      <a:r>
                        <a:t>Transaction ID unik (1-1000)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Deskripsi &amp; Model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Data: retail_sales_dataset.csv (1.000 baris, 51 KB).</a:t>
            </a:r>
          </a:p>
          <a:p>
            <a:pPr>
              <a:defRPr sz="2000"/>
            </a:pPr>
            <a:r>
              <a:t>Model: Star Schema (Pusat: Fact Transactions).</a:t>
            </a:r>
          </a:p>
          <a:p>
            <a:pPr>
              <a:defRPr sz="2000"/>
            </a:pPr>
            <a:r>
              <a:t>Dimensi: Customer (Demografi), Product (Kategori), Time (Temporal).</a:t>
            </a:r>
          </a:p>
          <a:p>
            <a:pPr>
              <a:defRPr sz="2000"/>
            </a:pPr>
            <a:r>
              <a:t>Strategi Join: Broadcast join untuk tabel dimensi kecil.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Kesimpulan &amp; Saran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/>
          <a:p>
            <a:pPr>
              <a:defRPr sz="2000"/>
            </a:pPr>
            <a:r>
              <a:t>Arsitektur PySpark menjamin skalabilitas dari batch ke streaming.</a:t>
            </a:r>
          </a:p>
          <a:p>
            <a:pPr>
              <a:defRPr sz="2000"/>
            </a:pPr>
            <a:r>
              <a:t>Insight segmentasi memungkinkan strategi pemasaran terpersonalisasi.</a:t>
            </a:r>
          </a:p>
          <a:p>
            <a:pPr>
              <a:defRPr sz="2000"/>
            </a:pPr>
            <a:r>
              <a:t>Pondasi tata kelola data sudah memenuhi standar regulasi (UU PDP/GDPR).</a:t>
            </a:r>
          </a:p>
          <a:p>
            <a:pPr>
              <a:defRPr sz="2000"/>
            </a:pPr>
            <a:r>
              <a:t>Saran: Integrasi Apache Flink untuk deteksi anomali real-time di masa depan.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